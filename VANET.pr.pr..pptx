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1567" y="863768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تحليل الثغرات الأمنية وتطوير الآليات الدفاعية في الشبكات السيارة VANET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8791" y="2413336"/>
            <a:ext cx="880620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sz="2400" dirty="0">
                <a:solidFill>
                  <a:schemeClr val="tx2"/>
                </a:solidFill>
              </a:rPr>
              <a:t>Security Vulnerability Analysis and Defensive Mechanisms Development in </a:t>
            </a:r>
            <a:endParaRPr lang="ar-SA" sz="2400" dirty="0">
              <a:solidFill>
                <a:schemeClr val="tx2"/>
              </a:solidFill>
            </a:endParaRPr>
          </a:p>
          <a:p>
            <a:pPr>
              <a:defRPr sz="2000"/>
            </a:pPr>
            <a:r>
              <a:rPr lang="ar-SA" sz="2400" dirty="0">
                <a:solidFill>
                  <a:schemeClr val="tx2"/>
                </a:solidFill>
              </a:rPr>
              <a:t>VANET</a:t>
            </a:r>
            <a:endParaRPr sz="2400" dirty="0">
              <a:solidFill>
                <a:schemeClr val="tx2"/>
              </a:solidFill>
            </a:endParaRP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Prepared by: </a:t>
            </a:r>
            <a:r>
              <a:rPr dirty="0" err="1"/>
              <a:t>ريم</a:t>
            </a:r>
            <a:r>
              <a:rPr dirty="0"/>
              <a:t> </a:t>
            </a:r>
            <a:r>
              <a:rPr dirty="0" err="1"/>
              <a:t>بعاج</a:t>
            </a:r>
            <a:r>
              <a:rPr dirty="0"/>
              <a:t> &amp; </a:t>
            </a:r>
            <a:r>
              <a:rPr dirty="0" err="1"/>
              <a:t>عدنان</a:t>
            </a:r>
            <a:r>
              <a:rPr dirty="0"/>
              <a:t> </a:t>
            </a:r>
            <a:r>
              <a:rPr dirty="0" err="1"/>
              <a:t>صبري</a:t>
            </a:r>
            <a:endParaRPr dirty="0"/>
          </a:p>
          <a:p>
            <a:pPr>
              <a:defRPr sz="1800"/>
            </a:pPr>
            <a:r>
              <a:rPr dirty="0"/>
              <a:t>Supervised by:</a:t>
            </a:r>
            <a:r>
              <a:rPr lang="ar-SA" dirty="0"/>
              <a:t> </a:t>
            </a:r>
            <a:r>
              <a:rPr lang="ar-SA" dirty="0" err="1"/>
              <a:t>د.وسيم</a:t>
            </a:r>
            <a:r>
              <a:rPr lang="ar-SA" dirty="0"/>
              <a:t> الجنيدي م. محمد يامن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315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Introduction to VANET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814" y="1683930"/>
            <a:ext cx="853798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Vehicular Ad Hoc Network used in Intelligent Transportation Systems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Supports V2V, V2I, and V2X communication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Enhances road safety and traffic efficiency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Uses wireless ad hoc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VANET Security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859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885" y="1683930"/>
            <a:ext cx="6287299" cy="31700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Open wireless communication introduces vulnerabilities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High mobility creates dynamic topology challenges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Identity spoofing may spread false information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Security mechanisms may affect latency and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VANET Security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859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240" y="1683930"/>
            <a:ext cx="579656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Build realistic VANET simulation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Implement Identity Spoofing attack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Develop detection and mitigation mechanisms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Evaluate network and security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VANET Security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21399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ar-SA" sz="2400" dirty="0" err="1">
                <a:solidFill>
                  <a:schemeClr val="tx2"/>
                </a:solidFill>
              </a:rPr>
              <a:t>State</a:t>
            </a:r>
            <a:r>
              <a:rPr lang="ar-SA" sz="2400" dirty="0">
                <a:solidFill>
                  <a:schemeClr val="tx2"/>
                </a:solidFill>
              </a:rPr>
              <a:t> </a:t>
            </a:r>
            <a:r>
              <a:rPr lang="ar-SA" sz="2400" dirty="0" err="1">
                <a:solidFill>
                  <a:schemeClr val="tx2"/>
                </a:solidFill>
              </a:rPr>
              <a:t>of</a:t>
            </a:r>
            <a:r>
              <a:rPr lang="ar-SA" sz="2400" dirty="0">
                <a:solidFill>
                  <a:schemeClr val="tx2"/>
                </a:solidFill>
              </a:rPr>
              <a:t> </a:t>
            </a:r>
            <a:r>
              <a:rPr lang="ar-SA" sz="2400" dirty="0" err="1">
                <a:solidFill>
                  <a:schemeClr val="tx2"/>
                </a:solidFill>
              </a:rPr>
              <a:t>the</a:t>
            </a:r>
            <a:r>
              <a:rPr lang="ar-SA" sz="2400" dirty="0">
                <a:solidFill>
                  <a:schemeClr val="tx2"/>
                </a:solidFill>
              </a:rPr>
              <a:t> </a:t>
            </a:r>
            <a:r>
              <a:rPr lang="ar-SA" sz="2400" dirty="0" err="1">
                <a:solidFill>
                  <a:schemeClr val="tx2"/>
                </a:solidFill>
              </a:rPr>
              <a:t>Art</a:t>
            </a:r>
            <a:endParaRPr sz="2400" dirty="0">
              <a:solidFill>
                <a:schemeClr val="tx2"/>
              </a:solidFill>
            </a:endParaRP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AECAB5F8-766F-0C10-5F1E-F851F1A41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5" y="788894"/>
            <a:ext cx="8821270" cy="5988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14166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Simulation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096" y="1432470"/>
            <a:ext cx="3751283" cy="31700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NS-3 for network simulation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SUMO for realistic traffic mobility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Python + </a:t>
            </a:r>
            <a:r>
              <a:rPr dirty="0" err="1"/>
              <a:t>TraCI</a:t>
            </a:r>
            <a:r>
              <a:rPr dirty="0"/>
              <a:t> for visualization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40 vehicles and 2 RSUs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VANET Security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43435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62" y="1368014"/>
            <a:ext cx="534655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IEEE 802.11 Wi-Fi Ad Hoc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AODV routing protocol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UDP communication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Supports V2V and V2I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VANET Security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3586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Identity Spoofing 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43" y="1197684"/>
            <a:ext cx="4533357" cy="31700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Attacker node: vehicle19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Uses fake identities dynamically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Injects fake warning and traffic messages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Sender ≠ </a:t>
            </a:r>
            <a:r>
              <a:rPr dirty="0" err="1"/>
              <a:t>claimedId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VANET Security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Detection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14226"/>
            <a:ext cx="4305987" cy="31700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Compare sender with claimed identity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Detect malicious messages in real time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Drop spoofed packets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Mark attacker as suspicious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VANET Security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002" y="1045285"/>
            <a:ext cx="3097836" cy="4093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Packet Delivery Ratio (PDR)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Packet Loss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Throughput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Detection Accuracy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Mitigation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VANET Security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576" y="17481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82616"/>
            <a:ext cx="6229078" cy="3477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Before protection: lower reliability and higher packet loss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After protection: improved PDR and stable throughput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Spoofed packets detected successfully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ar-SA" dirty="0"/>
              <a:t>-</a:t>
            </a:r>
            <a:r>
              <a:rPr dirty="0"/>
              <a:t>Improved VANET security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VANET Security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Strengths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096" y="1081144"/>
            <a:ext cx="5008102" cy="31700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Strengths: lightweight, fast, low overhead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Real-time spoofing detection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Limitation: focused mainly on spoofing attacks</a:t>
            </a: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lang="ar-SA" dirty="0"/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No machine learning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VANET Security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5014"/>
            <a:ext cx="40907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ar-SA" dirty="0" err="1"/>
              <a:t>Conclusion</a:t>
            </a:r>
            <a:r>
              <a:rPr lang="ar-SA" dirty="0"/>
              <a:t> &amp; </a:t>
            </a:r>
            <a:r>
              <a:rPr lang="ar-SA" dirty="0" err="1"/>
              <a:t>Future</a:t>
            </a:r>
            <a:r>
              <a:rPr lang="ar-SA" dirty="0"/>
              <a:t> </a:t>
            </a:r>
            <a:r>
              <a:rPr lang="ar-SA" dirty="0" err="1"/>
              <a:t>Work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VANET Security Project</a:t>
            </a:r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DB02BCE2-4409-49AA-0477-7AA9D25CF16C}"/>
              </a:ext>
            </a:extLst>
          </p:cNvPr>
          <p:cNvSpPr txBox="1"/>
          <p:nvPr/>
        </p:nvSpPr>
        <p:spPr>
          <a:xfrm>
            <a:off x="5172635" y="2505635"/>
            <a:ext cx="1828800" cy="18288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endParaRPr lang="ar-SA" dirty="0"/>
          </a:p>
        </p:txBody>
      </p:sp>
      <p:pic>
        <p:nvPicPr>
          <p:cNvPr id="13" name="صورة 12">
            <a:extLst>
              <a:ext uri="{FF2B5EF4-FFF2-40B4-BE49-F238E27FC236}">
                <a16:creationId xmlns:a16="http://schemas.microsoft.com/office/drawing/2014/main" id="{227F28D8-641D-55F2-B261-E923025CC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13" y="1397000"/>
            <a:ext cx="5401373" cy="406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عرض على الشاشة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14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subject/>
  <dc:creator/>
  <cp:keywords/>
  <dc:description>generated using python-pptx</dc:description>
  <cp:lastModifiedBy>Niniomi@hotmail.com</cp:lastModifiedBy>
  <cp:revision>5</cp:revision>
  <dcterms:created xsi:type="dcterms:W3CDTF">2013-01-27T09:14:16Z</dcterms:created>
  <dcterms:modified xsi:type="dcterms:W3CDTF">2026-05-31T19:22:17Z</dcterms:modified>
  <cp:category/>
</cp:coreProperties>
</file>